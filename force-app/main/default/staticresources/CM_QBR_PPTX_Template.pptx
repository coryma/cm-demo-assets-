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 snapToGrid="0" snapToObjects="1">
      <p:cViewPr varScale="1">
        <p:scale>
          <a:sx n="170" d="100"/>
          <a:sy n="170" d="100"/>
        </p:scale>
        <p:origin x="200" y="3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3913524"/>
            <a:ext cx="8595360" cy="5897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4479474"/>
            <a:ext cx="8595360" cy="3602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2"/>
            <a:ext cx="9143999" cy="373981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8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76672" y="847166"/>
            <a:ext cx="3271266" cy="260642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5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6673" y="3548504"/>
            <a:ext cx="3154680" cy="88843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5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38713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6677" y="4839753"/>
            <a:ext cx="1280719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78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308610"/>
            <a:ext cx="3490722" cy="28049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9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3655314"/>
            <a:ext cx="3154680" cy="103555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97096" y="0"/>
            <a:ext cx="494690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870" y="4839753"/>
            <a:ext cx="1463833" cy="273844"/>
          </a:xfrm>
        </p:spPr>
        <p:txBody>
          <a:bodyPr/>
          <a:lstStyle/>
          <a:p>
            <a:fld id="{782E7A21-5BA8-4C4C-9705-3A1EA342AD8A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66703" y="4839753"/>
            <a:ext cx="210405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633434" y="4839753"/>
            <a:ext cx="321905" cy="27384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0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909" y="411483"/>
            <a:ext cx="5609243" cy="27268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5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906" y="3355165"/>
            <a:ext cx="4991642" cy="115900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51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09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507" y="640680"/>
            <a:ext cx="5907215" cy="26944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" y="3462854"/>
            <a:ext cx="5531600" cy="7612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65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988726"/>
            <a:ext cx="6172200" cy="1965866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6443" y="3029737"/>
            <a:ext cx="5691116" cy="1060568"/>
          </a:xfrm>
        </p:spPr>
        <p:txBody>
          <a:bodyPr>
            <a:normAutofit/>
          </a:bodyPr>
          <a:lstStyle>
            <a:lvl1pPr marL="0" indent="0" algn="ctr">
              <a:buNone/>
              <a:defRPr sz="1651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6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" y="1351026"/>
            <a:ext cx="5829300" cy="342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55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14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498081"/>
            <a:ext cx="6350669" cy="1165860"/>
          </a:xfrm>
        </p:spPr>
        <p:txBody>
          <a:bodyPr anchor="b"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7" y="1750397"/>
            <a:ext cx="6350669" cy="2767432"/>
          </a:xfrm>
        </p:spPr>
        <p:txBody>
          <a:bodyPr>
            <a:normAutofit/>
          </a:bodyPr>
          <a:lstStyle>
            <a:lvl1pPr marL="342891" indent="-342891">
              <a:buFont typeface="+mj-lt"/>
              <a:buAutoNum type="arabicPeriod"/>
              <a:defRPr sz="1800"/>
            </a:lvl1pPr>
            <a:lvl2pPr marL="514338" indent="-342891">
              <a:buFont typeface="+mj-lt"/>
              <a:buAutoNum type="arabicPeriod"/>
              <a:defRPr sz="1500"/>
            </a:lvl2pPr>
            <a:lvl3pPr marL="600060" indent="-257168">
              <a:buFont typeface="+mj-lt"/>
              <a:buAutoNum type="arabicPeriod"/>
              <a:defRPr sz="1351"/>
            </a:lvl3pPr>
            <a:lvl4pPr marL="771506" indent="-257168">
              <a:buFont typeface="+mj-lt"/>
              <a:buAutoNum type="arabicPeriod"/>
              <a:defRPr sz="1200"/>
            </a:lvl4pPr>
            <a:lvl5pPr marL="942951" indent="-257168">
              <a:buFont typeface="+mj-lt"/>
              <a:buAutoNum type="arabicPeriod"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3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0" y="870966"/>
            <a:ext cx="3497580" cy="1165860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574286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0" y="2119122"/>
            <a:ext cx="3497580" cy="2503170"/>
          </a:xfrm>
        </p:spPr>
        <p:txBody>
          <a:bodyPr>
            <a:normAutofit/>
          </a:bodyPr>
          <a:lstStyle>
            <a:lvl1pPr marL="342891" indent="-342891">
              <a:buFont typeface="+mj-lt"/>
              <a:buAutoNum type="arabicPeriod"/>
              <a:defRPr sz="1500"/>
            </a:lvl1pPr>
            <a:lvl2pPr marL="428615" indent="-257168">
              <a:buFont typeface="+mj-lt"/>
              <a:buAutoNum type="arabicPeriod"/>
              <a:defRPr sz="1351"/>
            </a:lvl2pPr>
            <a:lvl3pPr marL="600060" indent="-257168">
              <a:buFont typeface="+mj-lt"/>
              <a:buAutoNum type="arabicPeriod"/>
              <a:defRPr sz="1200"/>
            </a:lvl3pPr>
            <a:lvl4pPr marL="771506" indent="-257168">
              <a:buFont typeface="+mj-lt"/>
              <a:buAutoNum type="arabicPeriod"/>
              <a:defRPr sz="1051"/>
            </a:lvl4pPr>
            <a:lvl5pPr>
              <a:buFont typeface="+mj-lt"/>
              <a:buAutoNum type="arabicPeriod"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43501" y="4839753"/>
            <a:ext cx="1497517" cy="273844"/>
          </a:xfrm>
        </p:spPr>
        <p:txBody>
          <a:bodyPr/>
          <a:lstStyle/>
          <a:p>
            <a:fld id="{CE6CA204-B091-40ED-8158-331EE628B522}" type="datetime1">
              <a:rPr lang="en-US" smtClean="0"/>
              <a:t>3/18/26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8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60" y="1789481"/>
            <a:ext cx="3243834" cy="1841097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5350" y="1789938"/>
            <a:ext cx="3243834" cy="1844802"/>
          </a:xfrm>
        </p:spPr>
        <p:txBody>
          <a:bodyPr/>
          <a:lstStyle>
            <a:lvl1pPr marL="0" indent="0">
              <a:buNone/>
              <a:defRPr/>
            </a:lvl1pPr>
            <a:lvl2pPr marL="171446" indent="0">
              <a:buNone/>
              <a:defRPr/>
            </a:lvl2pPr>
            <a:lvl3pPr marL="342891" indent="0">
              <a:buNone/>
              <a:defRPr/>
            </a:lvl3pPr>
            <a:lvl4pPr marL="514338" indent="0">
              <a:buNone/>
              <a:defRPr/>
            </a:lvl4pPr>
            <a:lvl5pPr marL="68578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64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260" y="1693926"/>
            <a:ext cx="2859786" cy="2667762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7" y="1690687"/>
            <a:ext cx="3717131" cy="2667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459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" y="1153393"/>
            <a:ext cx="3109187" cy="3479119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3" y="1153718"/>
            <a:ext cx="4261247" cy="36135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8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8" y="658092"/>
            <a:ext cx="3106674" cy="3705496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42186" y="658094"/>
            <a:ext cx="4619625" cy="404311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1286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411483"/>
            <a:ext cx="2620736" cy="428972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8201" y="411956"/>
            <a:ext cx="5486400" cy="435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17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205" y="411480"/>
            <a:ext cx="4569919" cy="85725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59541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54203" y="1371600"/>
            <a:ext cx="4553712" cy="33672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54203" y="4839753"/>
            <a:ext cx="2503188" cy="273844"/>
          </a:xfrm>
        </p:spPr>
        <p:txBody>
          <a:bodyPr/>
          <a:lstStyle/>
          <a:p>
            <a:fld id="{7836D543-476D-434F-B209-1A114B2E3F04}" type="datetime1">
              <a:rPr lang="en-US" smtClean="0"/>
              <a:t>3/18/26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79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0"/>
            <a:ext cx="4601718" cy="85725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1" y="1371600"/>
            <a:ext cx="4601718" cy="336727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50408" y="0"/>
            <a:ext cx="3593592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3/18/26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62943" y="4839753"/>
            <a:ext cx="210405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29680" y="4839753"/>
            <a:ext cx="321905" cy="27384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18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302" y="240030"/>
            <a:ext cx="5143500" cy="69951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59302" y="1035558"/>
            <a:ext cx="5143500" cy="37376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559302" y="4839753"/>
            <a:ext cx="2620736" cy="273844"/>
          </a:xfrm>
        </p:spPr>
        <p:txBody>
          <a:bodyPr/>
          <a:lstStyle/>
          <a:p>
            <a:fld id="{30F2F577-5BDA-4749-9F3F-0D340DC0D6A8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9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240030"/>
            <a:ext cx="5143500" cy="69951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035558"/>
            <a:ext cx="5143500" cy="37376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3/18/26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214350" y="4839753"/>
            <a:ext cx="210405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6" y="4839753"/>
            <a:ext cx="321905" cy="27384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34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0356" y="438254"/>
            <a:ext cx="3271266" cy="114528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58632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0309" y="1659733"/>
            <a:ext cx="3271838" cy="30718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40309" y="4839753"/>
            <a:ext cx="121708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04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37560"/>
            <a:ext cx="3271266" cy="114528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659733"/>
            <a:ext cx="3270647" cy="30718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2" y="4839753"/>
            <a:ext cx="1523305" cy="273844"/>
          </a:xfrm>
        </p:spPr>
        <p:txBody>
          <a:bodyPr/>
          <a:lstStyle/>
          <a:p>
            <a:fld id="{76A7CFE7-E645-4439-AA6B-DA8CF856D63E}" type="datetime1">
              <a:rPr lang="en-US" smtClean="0"/>
              <a:t>3/18/26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09110" y="0"/>
            <a:ext cx="483489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6175" y="4839753"/>
            <a:ext cx="210405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2910" y="4839753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44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915" y="240030"/>
            <a:ext cx="3392202" cy="6995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486918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8671" y="1035558"/>
            <a:ext cx="3384451" cy="37376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28369" y="4839753"/>
            <a:ext cx="132902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275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240030"/>
            <a:ext cx="3429000" cy="6995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0" y="1035558"/>
            <a:ext cx="3429000" cy="37376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2" y="4839753"/>
            <a:ext cx="1523305" cy="273844"/>
          </a:xfrm>
        </p:spPr>
        <p:txBody>
          <a:bodyPr/>
          <a:lstStyle/>
          <a:p>
            <a:fld id="{D3F6A089-BE3E-4BB0-98EE-FDF712FF3613}" type="datetime1">
              <a:rPr lang="en-US" smtClean="0"/>
              <a:t>3/18/26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38296" y="0"/>
            <a:ext cx="4705709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26175" y="4839753"/>
            <a:ext cx="210405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2910" y="4839753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14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497" y="437560"/>
            <a:ext cx="2551176" cy="114528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688108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9593" y="1659733"/>
            <a:ext cx="2551176" cy="30718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59502" y="4839753"/>
            <a:ext cx="691779" cy="273844"/>
          </a:xfrm>
        </p:spPr>
        <p:txBody>
          <a:bodyPr/>
          <a:lstStyle/>
          <a:p>
            <a:fld id="{AC101298-AE91-4071-9C72-5A98117ABE14}" type="datetime1">
              <a:rPr lang="en-US" smtClean="0"/>
              <a:t>3/18/26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51277" y="4839753"/>
            <a:ext cx="1910168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94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37560"/>
            <a:ext cx="2551176" cy="114528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1" y="1659733"/>
            <a:ext cx="2551176" cy="30718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1" y="4839753"/>
            <a:ext cx="800719" cy="273844"/>
          </a:xfrm>
        </p:spPr>
        <p:txBody>
          <a:bodyPr/>
          <a:lstStyle/>
          <a:p>
            <a:fld id="{EABE4333-790C-44CD-B503-F52418ED809A}" type="datetime1">
              <a:rPr lang="en-US" smtClean="0"/>
              <a:t>3/18/26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71335" y="0"/>
            <a:ext cx="557266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3589" y="4839753"/>
            <a:ext cx="210405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70325" y="4839753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40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327" y="809247"/>
            <a:ext cx="2455164" cy="145708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83602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58072" y="2324862"/>
            <a:ext cx="2455164" cy="221513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171446" indent="0">
              <a:buNone/>
              <a:defRPr sz="1051"/>
            </a:lvl2pPr>
            <a:lvl3pPr marL="342891" indent="0">
              <a:buNone/>
              <a:defRPr sz="1051"/>
            </a:lvl3pPr>
            <a:lvl4pPr marL="514338" indent="0">
              <a:buNone/>
              <a:defRPr sz="1051"/>
            </a:lvl4pPr>
            <a:lvl5pPr marL="685783" indent="0">
              <a:buNone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57327" y="4839753"/>
            <a:ext cx="75274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10071" y="4839753"/>
            <a:ext cx="175137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17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3759202"/>
            <a:ext cx="2804922" cy="1042748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"/>
            <a:ext cx="9144000" cy="347634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1930" y="3759202"/>
            <a:ext cx="4800600" cy="104274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200"/>
            </a:lvl1pPr>
            <a:lvl2pPr marL="171446" indent="0">
              <a:buFont typeface="Arial" panose="020B0604020202020204" pitchFamily="34" charset="0"/>
              <a:buNone/>
              <a:defRPr sz="1051"/>
            </a:lvl2pPr>
            <a:lvl3pPr marL="342891" indent="0">
              <a:buFont typeface="Arial" panose="020B0604020202020204" pitchFamily="34" charset="0"/>
              <a:buNone/>
              <a:defRPr sz="1051"/>
            </a:lvl3pPr>
            <a:lvl4pPr marL="514338" indent="0">
              <a:buFont typeface="Arial" panose="020B0604020202020204" pitchFamily="34" charset="0"/>
              <a:buNone/>
              <a:defRPr sz="1051"/>
            </a:lvl4pPr>
            <a:lvl5pPr marL="685783" indent="0">
              <a:buFont typeface="Arial" panose="020B0604020202020204" pitchFamily="34" charset="0"/>
              <a:buNone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11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3121738"/>
            <a:ext cx="2215214" cy="141960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83230" y="3121739"/>
            <a:ext cx="5829300" cy="1680210"/>
          </a:xfrm>
        </p:spPr>
        <p:txBody>
          <a:bodyPr>
            <a:normAutofit/>
          </a:bodyPr>
          <a:lstStyle>
            <a:lvl1pPr marL="214308" indent="-214308">
              <a:buFont typeface="Arial" panose="020B0604020202020204" pitchFamily="34" charset="0"/>
              <a:buChar char="•"/>
              <a:defRPr sz="1351"/>
            </a:lvl1pPr>
            <a:lvl2pPr marL="385753" indent="-214308">
              <a:buFont typeface="Arial" panose="020B0604020202020204" pitchFamily="34" charset="0"/>
              <a:buChar char="•"/>
              <a:defRPr sz="1200"/>
            </a:lvl2pPr>
            <a:lvl3pPr marL="557199" indent="-214308">
              <a:buFont typeface="Arial" panose="020B0604020202020204" pitchFamily="34" charset="0"/>
              <a:buChar char="•"/>
              <a:defRPr sz="1051"/>
            </a:lvl3pPr>
            <a:lvl4pPr marL="642923" indent="-128585">
              <a:buFont typeface="Arial" panose="020B0604020202020204" pitchFamily="34" charset="0"/>
              <a:buChar char="•"/>
              <a:defRPr sz="1051"/>
            </a:lvl4pPr>
            <a:lvl5pPr marL="814368" indent="-128585">
              <a:buFont typeface="Arial" panose="020B0604020202020204" pitchFamily="34" charset="0"/>
              <a:buChar char="•"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83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421069"/>
            <a:ext cx="2215214" cy="141960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2309799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870" y="44835"/>
            <a:ext cx="2620736" cy="273844"/>
          </a:xfrm>
        </p:spPr>
        <p:txBody>
          <a:bodyPr/>
          <a:lstStyle/>
          <a:p>
            <a:fld id="{3148FABB-02FF-476F-AB37-BDD0E354E780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83230" y="421069"/>
            <a:ext cx="5829300" cy="1680210"/>
          </a:xfrm>
        </p:spPr>
        <p:txBody>
          <a:bodyPr>
            <a:normAutofit/>
          </a:bodyPr>
          <a:lstStyle>
            <a:lvl1pPr marL="214308" indent="-214308">
              <a:buFont typeface="Arial" panose="020B0604020202020204" pitchFamily="34" charset="0"/>
              <a:buChar char="•"/>
              <a:defRPr sz="1351"/>
            </a:lvl1pPr>
            <a:lvl2pPr marL="385753" indent="-214308">
              <a:buFont typeface="Arial" panose="020B0604020202020204" pitchFamily="34" charset="0"/>
              <a:buChar char="•"/>
              <a:defRPr sz="1200"/>
            </a:lvl2pPr>
            <a:lvl3pPr marL="557199" indent="-214308">
              <a:buFont typeface="Arial" panose="020B0604020202020204" pitchFamily="34" charset="0"/>
              <a:buChar char="•"/>
              <a:defRPr sz="1051"/>
            </a:lvl3pPr>
            <a:lvl4pPr marL="642923" indent="-128585">
              <a:buFont typeface="Arial" panose="020B0604020202020204" pitchFamily="34" charset="0"/>
              <a:buChar char="•"/>
              <a:defRPr sz="1051"/>
            </a:lvl4pPr>
            <a:lvl5pPr marL="814368" indent="-128585">
              <a:buFont typeface="Arial" panose="020B0604020202020204" pitchFamily="34" charset="0"/>
              <a:buChar char="•"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57391" y="44835"/>
            <a:ext cx="2104054" cy="27384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7" y="44835"/>
            <a:ext cx="321905" cy="27384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159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452631"/>
            <a:ext cx="8229602" cy="727847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9484" y="1371600"/>
            <a:ext cx="4629150" cy="331927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95546" y="1371603"/>
            <a:ext cx="3188970" cy="332165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493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79"/>
            <a:ext cx="3504438" cy="1090422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9486" y="1718168"/>
            <a:ext cx="3504438" cy="303123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411957"/>
            <a:ext cx="4189444" cy="43374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89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412663"/>
            <a:ext cx="2743202" cy="10904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1" y="1721358"/>
            <a:ext cx="2617632" cy="303123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62375" y="411957"/>
            <a:ext cx="4920854" cy="4319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687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3538728"/>
            <a:ext cx="4423410" cy="101498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1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622" y="452627"/>
            <a:ext cx="8119872" cy="32506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17400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763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3607308"/>
            <a:ext cx="5644134" cy="1159002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1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480059"/>
            <a:ext cx="7907274" cy="315468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7400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35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3607308"/>
            <a:ext cx="5644134" cy="1159002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1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480059"/>
            <a:ext cx="7907274" cy="315468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7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55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6" y="473202"/>
            <a:ext cx="6199632" cy="4203954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051" b="1"/>
            </a:lvl1pPr>
            <a:lvl2pPr marL="171446" indent="0">
              <a:lnSpc>
                <a:spcPct val="100000"/>
              </a:lnSpc>
              <a:buNone/>
              <a:defRPr sz="3600" b="1"/>
            </a:lvl2pPr>
            <a:lvl3pPr marL="342891" indent="0">
              <a:lnSpc>
                <a:spcPct val="100000"/>
              </a:lnSpc>
              <a:buNone/>
              <a:defRPr sz="3300" b="1"/>
            </a:lvl3pPr>
            <a:lvl4pPr marL="514338" indent="0">
              <a:lnSpc>
                <a:spcPct val="100000"/>
              </a:lnSpc>
              <a:buNone/>
              <a:defRPr sz="3000" b="1"/>
            </a:lvl4pPr>
            <a:lvl5pPr marL="685783" indent="0">
              <a:lnSpc>
                <a:spcPct val="100000"/>
              </a:lnSpc>
              <a:buNone/>
              <a:defRPr sz="27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2869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6" y="1447038"/>
            <a:ext cx="6199632" cy="310667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751" b="1"/>
            </a:lvl1pPr>
            <a:lvl2pPr marL="171446" indent="0">
              <a:lnSpc>
                <a:spcPct val="100000"/>
              </a:lnSpc>
              <a:buNone/>
              <a:defRPr sz="3300" b="1"/>
            </a:lvl2pPr>
            <a:lvl3pPr marL="342891" indent="0">
              <a:lnSpc>
                <a:spcPct val="100000"/>
              </a:lnSpc>
              <a:buNone/>
              <a:defRPr sz="3000" b="1"/>
            </a:lvl3pPr>
            <a:lvl4pPr marL="514338" indent="0">
              <a:lnSpc>
                <a:spcPct val="100000"/>
              </a:lnSpc>
              <a:buNone/>
              <a:defRPr sz="2700" b="1"/>
            </a:lvl4pPr>
            <a:lvl5pPr marL="685783" indent="0">
              <a:lnSpc>
                <a:spcPct val="100000"/>
              </a:lnSpc>
              <a:buNone/>
              <a:defRPr sz="2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67021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6" y="411480"/>
            <a:ext cx="6199632" cy="420395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3751" b="1"/>
            </a:lvl1pPr>
            <a:lvl2pPr marL="171446" indent="0">
              <a:lnSpc>
                <a:spcPct val="100000"/>
              </a:lnSpc>
              <a:buNone/>
              <a:defRPr sz="3300" b="1"/>
            </a:lvl2pPr>
            <a:lvl3pPr marL="342891" indent="0">
              <a:lnSpc>
                <a:spcPct val="100000"/>
              </a:lnSpc>
              <a:buNone/>
              <a:defRPr sz="3000" b="1"/>
            </a:lvl3pPr>
            <a:lvl4pPr marL="514338" indent="0">
              <a:lnSpc>
                <a:spcPct val="100000"/>
              </a:lnSpc>
              <a:buNone/>
              <a:defRPr sz="2700" b="1"/>
            </a:lvl4pPr>
            <a:lvl5pPr marL="685783" indent="0">
              <a:lnSpc>
                <a:spcPct val="100000"/>
              </a:lnSpc>
              <a:buNone/>
              <a:defRPr sz="2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94318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757" y="4073652"/>
            <a:ext cx="6766103" cy="349758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5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891540"/>
            <a:ext cx="6899148" cy="2743200"/>
          </a:xfrm>
        </p:spPr>
        <p:txBody>
          <a:bodyPr anchor="ctr">
            <a:normAutofit/>
          </a:bodyPr>
          <a:lstStyle>
            <a:lvl1pPr marL="123441" indent="-123441">
              <a:lnSpc>
                <a:spcPct val="100000"/>
              </a:lnSpc>
              <a:spcBef>
                <a:spcPts val="0"/>
              </a:spcBef>
              <a:buNone/>
              <a:defRPr sz="3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720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757" y="4011930"/>
            <a:ext cx="6782562" cy="349758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5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1008126"/>
            <a:ext cx="6899148" cy="2468880"/>
          </a:xfrm>
        </p:spPr>
        <p:txBody>
          <a:bodyPr anchor="ctr">
            <a:normAutofit/>
          </a:bodyPr>
          <a:lstStyle>
            <a:lvl1pPr marL="123441" indent="-123441">
              <a:lnSpc>
                <a:spcPct val="100000"/>
              </a:lnSpc>
              <a:spcBef>
                <a:spcPts val="0"/>
              </a:spcBef>
              <a:buNone/>
              <a:defRPr sz="3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8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531" y="4251960"/>
            <a:ext cx="6604254" cy="349758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5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9486" y="822960"/>
            <a:ext cx="6720840" cy="2606040"/>
          </a:xfrm>
        </p:spPr>
        <p:txBody>
          <a:bodyPr anchor="ctr">
            <a:normAutofit/>
          </a:bodyPr>
          <a:lstStyle>
            <a:lvl1pPr marL="123441" indent="-123441">
              <a:lnSpc>
                <a:spcPct val="100000"/>
              </a:lnSpc>
              <a:spcBef>
                <a:spcPts val="0"/>
              </a:spcBef>
              <a:buNone/>
              <a:defRPr sz="3151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404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1"/>
            <a:ext cx="8055864" cy="8491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9581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60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10549"/>
            <a:ext cx="8059341" cy="85746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264303"/>
            <a:ext cx="386834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4" y="1790701"/>
            <a:ext cx="3868341" cy="28229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5" y="1264303"/>
            <a:ext cx="3887391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1" cap="all" baseline="0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9155" y="1790701"/>
            <a:ext cx="3887391" cy="28229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92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829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42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5215"/>
            <a:ext cx="2696726" cy="1318129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486" y="1733343"/>
            <a:ext cx="2696726" cy="2994947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031" y="415212"/>
            <a:ext cx="4830194" cy="431633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137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8340"/>
            <a:ext cx="2696726" cy="1659235"/>
          </a:xfrm>
        </p:spPr>
        <p:txBody>
          <a:bodyPr anchor="t">
            <a:normAutofit/>
          </a:bodyPr>
          <a:lstStyle>
            <a:lvl1pPr>
              <a:defRPr sz="21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9486" y="2119605"/>
            <a:ext cx="2689190" cy="2575979"/>
          </a:xfrm>
        </p:spPr>
        <p:txBody>
          <a:bodyPr anchor="b"/>
          <a:lstStyle>
            <a:lvl1pPr marL="0" indent="0">
              <a:buNone/>
              <a:defRPr sz="1200"/>
            </a:lvl1pPr>
            <a:lvl2pPr marL="342891" indent="0">
              <a:buNone/>
              <a:defRPr sz="1051"/>
            </a:lvl2pPr>
            <a:lvl3pPr marL="685783" indent="0">
              <a:buNone/>
              <a:defRPr sz="900"/>
            </a:lvl3pPr>
            <a:lvl4pPr marL="1028674" indent="0">
              <a:buNone/>
              <a:defRPr sz="751"/>
            </a:lvl4pPr>
            <a:lvl5pPr marL="1371566" indent="0">
              <a:buNone/>
              <a:defRPr sz="751"/>
            </a:lvl5pPr>
            <a:lvl6pPr marL="1714457" indent="0">
              <a:buNone/>
              <a:defRPr sz="751"/>
            </a:lvl6pPr>
            <a:lvl7pPr marL="2057349" indent="0">
              <a:buNone/>
              <a:defRPr sz="751"/>
            </a:lvl7pPr>
            <a:lvl8pPr marL="2400240" indent="0">
              <a:buNone/>
              <a:defRPr sz="751"/>
            </a:lvl8pPr>
            <a:lvl9pPr marL="2743131" indent="0">
              <a:buNone/>
              <a:defRPr sz="75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797489" y="418341"/>
            <a:ext cx="4889310" cy="433425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351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54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10" y="1385316"/>
            <a:ext cx="8166355" cy="850392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2" y="2695574"/>
            <a:ext cx="8167781" cy="2057400"/>
          </a:xfrm>
        </p:spPr>
        <p:txBody>
          <a:bodyPr/>
          <a:lstStyle>
            <a:lvl1pPr marL="0" indent="0">
              <a:buNone/>
              <a:defRPr/>
            </a:lvl1pPr>
            <a:lvl2pPr marL="171446" indent="0">
              <a:buNone/>
              <a:defRPr/>
            </a:lvl2pPr>
            <a:lvl3pPr marL="342891" indent="0">
              <a:buNone/>
              <a:defRPr/>
            </a:lvl3pPr>
            <a:lvl4pPr marL="514338" indent="0">
              <a:buNone/>
              <a:defRPr/>
            </a:lvl4pPr>
            <a:lvl5pPr marL="68578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92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9" y="1220489"/>
            <a:ext cx="6323075" cy="1381515"/>
          </a:xfrm>
        </p:spPr>
        <p:txBody>
          <a:bodyPr anchor="b">
            <a:normAutofit/>
          </a:bodyPr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3" y="2717008"/>
            <a:ext cx="6322979" cy="95971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171446" indent="0">
              <a:buNone/>
              <a:defRPr sz="1500"/>
            </a:lvl2pPr>
            <a:lvl3pPr marL="342891" indent="0">
              <a:buNone/>
              <a:defRPr sz="1351"/>
            </a:lvl3pPr>
            <a:lvl4pPr marL="514338" indent="0">
              <a:buNone/>
              <a:defRPr sz="1200"/>
            </a:lvl4pPr>
            <a:lvl5pPr marL="685783" indent="0">
              <a:buNone/>
              <a:defRPr sz="105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83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1481"/>
            <a:ext cx="7990184" cy="849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6" y="1286651"/>
            <a:ext cx="7990184" cy="34453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70" y="4839753"/>
            <a:ext cx="2620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7391" y="4839753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24127" y="4839753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5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sldNum="0"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20000"/>
        </a:lnSpc>
        <a:spcBef>
          <a:spcPts val="751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indent="-171446" algn="l" defTabSz="685783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514338" indent="-171446" algn="l" defTabSz="685783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171446" algn="l" defTabSz="685783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4pPr>
      <a:lvl5pPr marL="857229" indent="-171446" algn="l" defTabSz="685783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2</Words>
  <Application>Microsoft Macintosh PowerPoint</Application>
  <PresentationFormat>如螢幕大小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Helena</vt:lpstr>
      <vt:lpstr>Hello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Cory Ma (Salesforce)</cp:lastModifiedBy>
  <cp:revision>2</cp:revision>
  <dcterms:created xsi:type="dcterms:W3CDTF">2013-01-27T09:14:16Z</dcterms:created>
  <dcterms:modified xsi:type="dcterms:W3CDTF">2026-03-18T14:15:59Z</dcterms:modified>
  <cp:category/>
</cp:coreProperties>
</file>